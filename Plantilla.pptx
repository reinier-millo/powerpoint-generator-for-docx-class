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13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3166-03FF-49E0-9E41-B65CF679E941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0564C-FE4C-4199-8794-E440D902AF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0932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3166-03FF-49E0-9E41-B65CF679E941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0564C-FE4C-4199-8794-E440D902AF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8418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3166-03FF-49E0-9E41-B65CF679E941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0564C-FE4C-4199-8794-E440D902AF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4748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3166-03FF-49E0-9E41-B65CF679E941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0564C-FE4C-4199-8794-E440D902AF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6604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3166-03FF-49E0-9E41-B65CF679E941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0564C-FE4C-4199-8794-E440D902AF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7161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3166-03FF-49E0-9E41-B65CF679E941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0564C-FE4C-4199-8794-E440D902AF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2344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3166-03FF-49E0-9E41-B65CF679E941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0564C-FE4C-4199-8794-E440D902AF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214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3166-03FF-49E0-9E41-B65CF679E941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0564C-FE4C-4199-8794-E440D902AF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774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3166-03FF-49E0-9E41-B65CF679E941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0564C-FE4C-4199-8794-E440D902AF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0864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3166-03FF-49E0-9E41-B65CF679E941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0564C-FE4C-4199-8794-E440D902AF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056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E3166-03FF-49E0-9E41-B65CF679E941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0564C-FE4C-4199-8794-E440D902AF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8855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E3166-03FF-49E0-9E41-B65CF679E941}" type="datetimeFigureOut">
              <a:rPr lang="es-ES" smtClean="0"/>
              <a:t>16/09/2026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0564C-FE4C-4199-8794-E440D902AF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665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3850546" y="2079401"/>
            <a:ext cx="49578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3850546" y="5683450"/>
            <a:ext cx="5359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941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1968135"/>
            <a:ext cx="7886700" cy="1325563"/>
          </a:xfrm>
        </p:spPr>
        <p:txBody>
          <a:bodyPr>
            <a:normAutofit/>
          </a:bodyPr>
          <a:lstStyle/>
          <a:p>
            <a:endParaRPr lang="es-E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3293698"/>
            <a:ext cx="7886700" cy="4351338"/>
          </a:xfrm>
        </p:spPr>
        <p:txBody>
          <a:bodyPr>
            <a:normAutofit/>
          </a:bodyPr>
          <a:lstStyle/>
          <a:p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1789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9C9C3962-80A4-4BCA-85A1-A20C367EB3B5}" vid="{4DA0A90B-D571-484B-B5FA-948EE921027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176</TotalTime>
  <Words>0</Words>
  <Application>Microsoft Office PowerPoint</Application>
  <PresentationFormat>Presentación en pantalla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Tema1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Camilo José Cabrera Pérez</dc:creator>
  <cp:lastModifiedBy>Victor Millo Carmenate</cp:lastModifiedBy>
  <cp:revision>7</cp:revision>
  <dcterms:created xsi:type="dcterms:W3CDTF">2018-10-29T14:30:57Z</dcterms:created>
  <dcterms:modified xsi:type="dcterms:W3CDTF">2026-09-16T21:04:43Z</dcterms:modified>
</cp:coreProperties>
</file>